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 thing I say.</a:t>
            </a:r>
          </a:p>
          <a:p>
            <a:r>
              <a:t>---</a:t>
            </a:r>
          </a:p>
          <a:p>
            <a:r>
              <a:t>Second thing, after a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Narration for slide two.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/>
              <a:t>Sample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/>
              <a:t>A content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Point one</a:t>
            </a:r>
          </a:p>
          <a:p>
            <a:r>
              <a:rPr sz="2400"/>
              <a:t>Point two</a:t>
            </a:r>
          </a:p>
          <a:p>
            <a:r>
              <a:rPr sz="2400"/>
              <a:t>Point three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